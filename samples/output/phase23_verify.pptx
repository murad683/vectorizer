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97190" y="317069"/>
            <a:ext cx="939299" cy="3354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Başlanğıc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2110365" y="1171404"/>
            <a:ext cx="1112950" cy="335469"/>
          </a:xfrm>
          <a:custGeom>
            <a:avLst/>
            <a:gdLst/>
            <a:ahLst/>
            <a:cxnLst>
              <a:cxn ang="0">
                <a:pos x="556475" y="0"/>
              </a:cxn>
              <a:cxn ang="0">
                <a:pos x="50320" y="167734"/>
              </a:cxn>
              <a:cxn ang="0">
                <a:pos x="556475" y="335469"/>
              </a:cxn>
              <a:cxn ang="0">
                <a:pos x="1062630" y="167734"/>
              </a:cxn>
            </a:cxnLst>
            <a:rect l="0" t="0" r="1112950" b="335469"/>
            <a:pathLst>
              <a:path w="1112950" h="335469">
                <a:moveTo>
                  <a:pt x="100640" y="0"/>
                </a:moveTo>
                <a:lnTo>
                  <a:pt x="1112950" y="0"/>
                </a:lnTo>
                <a:lnTo>
                  <a:pt x="1012310" y="335469"/>
                </a:lnTo>
                <a:lnTo>
                  <a:pt x="0" y="33546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a,b</a:t>
            </a:r>
          </a:p>
        </p:txBody>
      </p:sp>
      <p:sp>
        <p:nvSpPr>
          <p:cNvPr id="4" name="Rectangle 3"/>
          <p:cNvSpPr/>
          <p:nvPr/>
        </p:nvSpPr>
        <p:spPr>
          <a:xfrm>
            <a:off x="2130075" y="2025739"/>
            <a:ext cx="1073531" cy="33546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c=a*b</a:t>
            </a:r>
          </a:p>
        </p:txBody>
      </p:sp>
      <p:sp>
        <p:nvSpPr>
          <p:cNvPr id="5" name="Diamond 4"/>
          <p:cNvSpPr/>
          <p:nvPr/>
        </p:nvSpPr>
        <p:spPr>
          <a:xfrm>
            <a:off x="2062991" y="2880072"/>
            <a:ext cx="1207698" cy="603849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a==b</a:t>
            </a:r>
          </a:p>
        </p:txBody>
      </p:sp>
      <p:sp>
        <p:nvSpPr>
          <p:cNvPr id="6" name="Diamond 5"/>
          <p:cNvSpPr/>
          <p:nvPr/>
        </p:nvSpPr>
        <p:spPr>
          <a:xfrm>
            <a:off x="1517290" y="4002785"/>
            <a:ext cx="1207698" cy="603849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a&gt;b</a:t>
            </a:r>
          </a:p>
        </p:txBody>
      </p:sp>
      <p:sp>
        <p:nvSpPr>
          <p:cNvPr id="7" name="Rectangle 6"/>
          <p:cNvSpPr/>
          <p:nvPr/>
        </p:nvSpPr>
        <p:spPr>
          <a:xfrm>
            <a:off x="591377" y="5125498"/>
            <a:ext cx="1073531" cy="33546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a=a-b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2696" y="5125498"/>
            <a:ext cx="1073531" cy="33546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b=b-a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13501" y="4136974"/>
            <a:ext cx="1073531" cy="33546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d=c/a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3693792" y="5125498"/>
            <a:ext cx="1112950" cy="335469"/>
          </a:xfrm>
          <a:custGeom>
            <a:avLst/>
            <a:gdLst/>
            <a:ahLst/>
            <a:cxnLst>
              <a:cxn ang="0">
                <a:pos x="556475" y="0"/>
              </a:cxn>
              <a:cxn ang="0">
                <a:pos x="50320" y="167734"/>
              </a:cxn>
              <a:cxn ang="0">
                <a:pos x="556475" y="335469"/>
              </a:cxn>
              <a:cxn ang="0">
                <a:pos x="1062630" y="167734"/>
              </a:cxn>
            </a:cxnLst>
            <a:rect l="0" t="0" r="1112950" b="335469"/>
            <a:pathLst>
              <a:path w="1112950" h="335469">
                <a:moveTo>
                  <a:pt x="100640" y="0"/>
                </a:moveTo>
                <a:lnTo>
                  <a:pt x="1112950" y="0"/>
                </a:lnTo>
                <a:lnTo>
                  <a:pt x="1012310" y="335469"/>
                </a:lnTo>
                <a:lnTo>
                  <a:pt x="0" y="33546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0617" y="5979832"/>
            <a:ext cx="939299" cy="3354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Son</a:t>
            </a:r>
          </a:p>
        </p:txBody>
      </p:sp>
      <p:cxnSp>
        <p:nvCxnSpPr>
          <p:cNvPr id="12" name="Connector 11"/>
          <p:cNvCxnSpPr>
            <a:stCxn id="2" idx="2"/>
            <a:endCxn id="3" idx="0"/>
          </p:cNvCxnSpPr>
          <p:nvPr/>
        </p:nvCxnSpPr>
        <p:spPr>
          <a:xfrm>
            <a:off x="2666839" y="652538"/>
            <a:ext cx="1" cy="518866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3" idx="2"/>
            <a:endCxn id="4" idx="0"/>
          </p:cNvCxnSpPr>
          <p:nvPr/>
        </p:nvCxnSpPr>
        <p:spPr>
          <a:xfrm flipH="1">
            <a:off x="2666840" y="1506873"/>
            <a:ext cx="0" cy="518866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4" idx="2"/>
            <a:endCxn id="5" idx="0"/>
          </p:cNvCxnSpPr>
          <p:nvPr/>
        </p:nvCxnSpPr>
        <p:spPr>
          <a:xfrm flipH="1">
            <a:off x="2666840" y="2361208"/>
            <a:ext cx="0" cy="518864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5" idx="2"/>
            <a:endCxn id="6" idx="0"/>
          </p:cNvCxnSpPr>
          <p:nvPr/>
        </p:nvCxnSpPr>
        <p:spPr>
          <a:xfrm flipH="1">
            <a:off x="2121139" y="3483921"/>
            <a:ext cx="545701" cy="518864"/>
          </a:xfrm>
          <a:prstGeom prst="bentConnector2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92065" y="3543680"/>
            <a:ext cx="402566" cy="14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Yox</a:t>
            </a:r>
          </a:p>
        </p:txBody>
      </p:sp>
      <p:cxnSp>
        <p:nvCxnSpPr>
          <p:cNvPr id="17" name="Connector 16"/>
          <p:cNvCxnSpPr>
            <a:stCxn id="5" idx="3"/>
            <a:endCxn id="9" idx="1"/>
          </p:cNvCxnSpPr>
          <p:nvPr/>
        </p:nvCxnSpPr>
        <p:spPr>
          <a:xfrm>
            <a:off x="3270689" y="3181996"/>
            <a:ext cx="442812" cy="1122712"/>
          </a:xfrm>
          <a:prstGeom prst="bentConnector2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14090" y="3904201"/>
            <a:ext cx="402566" cy="14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Hə</a:t>
            </a:r>
          </a:p>
        </p:txBody>
      </p:sp>
      <p:cxnSp>
        <p:nvCxnSpPr>
          <p:cNvPr id="19" name="Connector 18"/>
          <p:cNvCxnSpPr>
            <a:stCxn id="6" idx="1"/>
            <a:endCxn id="7" idx="3"/>
          </p:cNvCxnSpPr>
          <p:nvPr/>
        </p:nvCxnSpPr>
        <p:spPr>
          <a:xfrm>
            <a:off x="1517290" y="4304709"/>
            <a:ext cx="147618" cy="988523"/>
          </a:xfrm>
          <a:prstGeom prst="bentConnector2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19407" y="4682137"/>
            <a:ext cx="402566" cy="14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Hə</a:t>
            </a:r>
          </a:p>
        </p:txBody>
      </p:sp>
      <p:cxnSp>
        <p:nvCxnSpPr>
          <p:cNvPr id="21" name="Connector 20"/>
          <p:cNvCxnSpPr>
            <a:stCxn id="6" idx="3"/>
            <a:endCxn id="8" idx="0"/>
          </p:cNvCxnSpPr>
          <p:nvPr/>
        </p:nvCxnSpPr>
        <p:spPr>
          <a:xfrm>
            <a:off x="2724988" y="4304709"/>
            <a:ext cx="4473" cy="820789"/>
          </a:xfrm>
          <a:prstGeom prst="bentConnector2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56923" y="4731519"/>
            <a:ext cx="402566" cy="14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Yox</a:t>
            </a:r>
          </a:p>
        </p:txBody>
      </p:sp>
      <p:cxnSp>
        <p:nvCxnSpPr>
          <p:cNvPr id="23" name="Connector 22"/>
          <p:cNvCxnSpPr>
            <a:stCxn id="7" idx="3"/>
            <a:endCxn id="5" idx="3"/>
          </p:cNvCxnSpPr>
          <p:nvPr/>
        </p:nvCxnSpPr>
        <p:spPr>
          <a:xfrm flipV="1">
            <a:off x="1664908" y="3181996"/>
            <a:ext cx="1605781" cy="2111236"/>
          </a:xfrm>
          <a:prstGeom prst="bentConnector3">
            <a:avLst>
              <a:gd name="adj1" fmla="val 216549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8" idx="3"/>
            <a:endCxn id="5" idx="3"/>
          </p:cNvCxnSpPr>
          <p:nvPr/>
        </p:nvCxnSpPr>
        <p:spPr>
          <a:xfrm flipV="1">
            <a:off x="3266227" y="3181996"/>
            <a:ext cx="4462" cy="2111236"/>
          </a:xfrm>
          <a:prstGeom prst="bentConnector3">
            <a:avLst>
              <a:gd name="adj1" fmla="val -100000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9" idx="2"/>
            <a:endCxn id="10" idx="0"/>
          </p:cNvCxnSpPr>
          <p:nvPr/>
        </p:nvCxnSpPr>
        <p:spPr>
          <a:xfrm>
            <a:off x="4250266" y="4472443"/>
            <a:ext cx="1" cy="653055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0" idx="2"/>
            <a:endCxn id="11" idx="0"/>
          </p:cNvCxnSpPr>
          <p:nvPr/>
        </p:nvCxnSpPr>
        <p:spPr>
          <a:xfrm flipH="1">
            <a:off x="4250266" y="5460967"/>
            <a:ext cx="1" cy="518865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