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16305" y="634701"/>
            <a:ext cx="1054249" cy="3765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Başlanğıc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2641002" y="1688950"/>
            <a:ext cx="1204856" cy="376517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1002" y="2743199"/>
            <a:ext cx="1204856" cy="3765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a = 3</a:t>
            </a:r>
          </a:p>
        </p:txBody>
      </p:sp>
      <p:sp>
        <p:nvSpPr>
          <p:cNvPr id="5" name="Diamond 4"/>
          <p:cNvSpPr/>
          <p:nvPr/>
        </p:nvSpPr>
        <p:spPr>
          <a:xfrm>
            <a:off x="2565698" y="3646842"/>
            <a:ext cx="1355463" cy="677731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a &lt; 164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833717" y="4851698"/>
            <a:ext cx="1204856" cy="376517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021" y="5905948"/>
            <a:ext cx="1054249" cy="3765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8287" y="4851698"/>
            <a:ext cx="1204856" cy="3765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n = n - 8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287" y="5905948"/>
            <a:ext cx="1204856" cy="3765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a = a + 16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3243429" y="1011218"/>
            <a:ext cx="1" cy="67773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 flipH="1">
            <a:off x="3243430" y="2065467"/>
            <a:ext cx="0" cy="67773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2"/>
            <a:endCxn id="5" idx="0"/>
          </p:cNvCxnSpPr>
          <p:nvPr/>
        </p:nvCxnSpPr>
        <p:spPr>
          <a:xfrm flipH="1">
            <a:off x="3243429" y="3119716"/>
            <a:ext cx="1" cy="52712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5" idx="1"/>
            <a:endCxn id="6" idx="0"/>
          </p:cNvCxnSpPr>
          <p:nvPr/>
        </p:nvCxnSpPr>
        <p:spPr>
          <a:xfrm flipH="1">
            <a:off x="1436145" y="3985707"/>
            <a:ext cx="1129553" cy="865991"/>
          </a:xfrm>
          <a:prstGeom prst="bentConnector3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9788" y="3804979"/>
            <a:ext cx="451821" cy="165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Yox</a:t>
            </a:r>
          </a:p>
        </p:txBody>
      </p:sp>
      <p:cxnSp>
        <p:nvCxnSpPr>
          <p:cNvPr id="15" name="Connector 14"/>
          <p:cNvCxnSpPr>
            <a:stCxn id="6" idx="2"/>
            <a:endCxn id="7" idx="0"/>
          </p:cNvCxnSpPr>
          <p:nvPr/>
        </p:nvCxnSpPr>
        <p:spPr>
          <a:xfrm flipH="1">
            <a:off x="1436145" y="5228215"/>
            <a:ext cx="0" cy="6777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3"/>
            <a:endCxn id="8" idx="0"/>
          </p:cNvCxnSpPr>
          <p:nvPr/>
        </p:nvCxnSpPr>
        <p:spPr>
          <a:xfrm>
            <a:off x="3921161" y="3985707"/>
            <a:ext cx="1129554" cy="865991"/>
          </a:xfrm>
          <a:prstGeom prst="bentConnector3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47072" y="3804979"/>
            <a:ext cx="451821" cy="165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Hə</a:t>
            </a:r>
          </a:p>
        </p:txBody>
      </p:sp>
      <p:cxnSp>
        <p:nvCxnSpPr>
          <p:cNvPr id="18" name="Connector 17"/>
          <p:cNvCxnSpPr>
            <a:stCxn id="8" idx="2"/>
            <a:endCxn id="9" idx="0"/>
          </p:cNvCxnSpPr>
          <p:nvPr/>
        </p:nvCxnSpPr>
        <p:spPr>
          <a:xfrm flipH="1">
            <a:off x="5050715" y="5228215"/>
            <a:ext cx="0" cy="6777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9" idx="3"/>
          </p:cNvCxnSpPr>
          <p:nvPr/>
        </p:nvCxnSpPr>
        <p:spPr>
          <a:xfrm>
            <a:off x="5653143" y="6094206"/>
            <a:ext cx="376518" cy="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29661" y="3985708"/>
            <a:ext cx="0" cy="210849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endCxn id="5" idx="3"/>
          </p:cNvCxnSpPr>
          <p:nvPr/>
        </p:nvCxnSpPr>
        <p:spPr>
          <a:xfrm flipH="1" flipV="1">
            <a:off x="3921161" y="3985707"/>
            <a:ext cx="2108500" cy="1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