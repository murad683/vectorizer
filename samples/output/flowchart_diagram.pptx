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16305" y="634701"/>
            <a:ext cx="1054249" cy="3765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Başlanğıc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2641002" y="1688950"/>
            <a:ext cx="1204856" cy="376517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</a:t>
            </a:r>
          </a:p>
        </p:txBody>
      </p:sp>
      <p:sp>
        <p:nvSpPr>
          <p:cNvPr id="4" name="Rectangle 3"/>
          <p:cNvSpPr/>
          <p:nvPr/>
        </p:nvSpPr>
        <p:spPr>
          <a:xfrm>
            <a:off x="2641002" y="2743199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= 3</a:t>
            </a:r>
          </a:p>
        </p:txBody>
      </p:sp>
      <p:sp>
        <p:nvSpPr>
          <p:cNvPr id="5" name="Diamond 4"/>
          <p:cNvSpPr/>
          <p:nvPr/>
        </p:nvSpPr>
        <p:spPr>
          <a:xfrm>
            <a:off x="2565698" y="3646842"/>
            <a:ext cx="1355463" cy="677731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&lt; 164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833717" y="4851698"/>
            <a:ext cx="1204856" cy="376517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021" y="5905948"/>
            <a:ext cx="1054249" cy="3765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287" y="4851698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 = n - 8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8287" y="5905948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= a + 16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3243429" y="1011218"/>
            <a:ext cx="1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 flipH="1">
            <a:off x="3243430" y="2065467"/>
            <a:ext cx="0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 flipH="1">
            <a:off x="3243429" y="3119716"/>
            <a:ext cx="1" cy="527126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5" idx="1"/>
            <a:endCxn id="6" idx="0"/>
          </p:cNvCxnSpPr>
          <p:nvPr/>
        </p:nvCxnSpPr>
        <p:spPr>
          <a:xfrm flipH="1">
            <a:off x="1436145" y="3985707"/>
            <a:ext cx="1129553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39788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Yox</a:t>
            </a:r>
          </a:p>
        </p:txBody>
      </p:sp>
      <p:cxnSp>
        <p:nvCxnSpPr>
          <p:cNvPr id="15" name="Connector 14"/>
          <p:cNvCxnSpPr>
            <a:stCxn id="6" idx="2"/>
            <a:endCxn id="7" idx="0"/>
          </p:cNvCxnSpPr>
          <p:nvPr/>
        </p:nvCxnSpPr>
        <p:spPr>
          <a:xfrm flipH="1">
            <a:off x="143614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8" idx="0"/>
          </p:cNvCxnSpPr>
          <p:nvPr/>
        </p:nvCxnSpPr>
        <p:spPr>
          <a:xfrm>
            <a:off x="3921161" y="3985707"/>
            <a:ext cx="1129554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47072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Hə</a:t>
            </a:r>
          </a:p>
        </p:txBody>
      </p:sp>
      <p:cxnSp>
        <p:nvCxnSpPr>
          <p:cNvPr id="18" name="Connector 17"/>
          <p:cNvCxnSpPr>
            <a:stCxn id="8" idx="2"/>
            <a:endCxn id="9" idx="0"/>
          </p:cNvCxnSpPr>
          <p:nvPr/>
        </p:nvCxnSpPr>
        <p:spPr>
          <a:xfrm flipH="1">
            <a:off x="505071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9" idx="3"/>
            <a:endCxn id="5" idx="3"/>
          </p:cNvCxnSpPr>
          <p:nvPr/>
        </p:nvCxnSpPr>
        <p:spPr>
          <a:xfrm flipH="1" flipV="1">
            <a:off x="3921161" y="3985707"/>
            <a:ext cx="1731982" cy="2108499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