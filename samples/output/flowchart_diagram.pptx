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716305" y="634701"/>
            <a:ext cx="1054249" cy="37651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Başlanğıc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2641002" y="1688950"/>
            <a:ext cx="1204856" cy="376517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n</a:t>
            </a:r>
          </a:p>
        </p:txBody>
      </p:sp>
      <p:sp>
        <p:nvSpPr>
          <p:cNvPr id="4" name="Rectangle 3"/>
          <p:cNvSpPr/>
          <p:nvPr/>
        </p:nvSpPr>
        <p:spPr>
          <a:xfrm>
            <a:off x="2641002" y="2743199"/>
            <a:ext cx="1204856" cy="37651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a = 3</a:t>
            </a:r>
          </a:p>
        </p:txBody>
      </p:sp>
      <p:sp>
        <p:nvSpPr>
          <p:cNvPr id="5" name="Diamond 4"/>
          <p:cNvSpPr/>
          <p:nvPr/>
        </p:nvSpPr>
        <p:spPr>
          <a:xfrm>
            <a:off x="2565698" y="3646842"/>
            <a:ext cx="1355463" cy="677731"/>
          </a:xfrm>
          <a:prstGeom prst="diamond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a &lt; 164</a:t>
            </a:r>
          </a:p>
        </p:txBody>
      </p:sp>
      <p:sp>
        <p:nvSpPr>
          <p:cNvPr id="6" name="Parallelogram 5"/>
          <p:cNvSpPr/>
          <p:nvPr/>
        </p:nvSpPr>
        <p:spPr>
          <a:xfrm>
            <a:off x="833717" y="4851698"/>
            <a:ext cx="1204856" cy="376517"/>
          </a:xfrm>
          <a:prstGeom prst="parallelogram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9021" y="5905948"/>
            <a:ext cx="1054249" cy="376517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Son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448287" y="4851698"/>
            <a:ext cx="1204856" cy="37651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n = n - 8</a:t>
            </a:r>
          </a:p>
        </p:txBody>
      </p:sp>
      <p:sp>
        <p:nvSpPr>
          <p:cNvPr id="9" name="Rectangle 8"/>
          <p:cNvSpPr/>
          <p:nvPr/>
        </p:nvSpPr>
        <p:spPr>
          <a:xfrm>
            <a:off x="4448287" y="5905948"/>
            <a:ext cx="1204856" cy="376517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a = a + 16</a:t>
            </a:r>
          </a:p>
        </p:txBody>
      </p:sp>
      <p:cxnSp>
        <p:nvCxnSpPr>
          <p:cNvPr id="10" name="Connector 9"/>
          <p:cNvCxnSpPr>
            <a:stCxn id="2" idx="2"/>
            <a:endCxn id="3" idx="0"/>
          </p:cNvCxnSpPr>
          <p:nvPr/>
        </p:nvCxnSpPr>
        <p:spPr>
          <a:xfrm>
            <a:off x="3243429" y="1011218"/>
            <a:ext cx="1" cy="677732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3" idx="2"/>
            <a:endCxn id="4" idx="0"/>
          </p:cNvCxnSpPr>
          <p:nvPr/>
        </p:nvCxnSpPr>
        <p:spPr>
          <a:xfrm flipH="1">
            <a:off x="3243430" y="2065467"/>
            <a:ext cx="0" cy="677732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stCxn id="4" idx="2"/>
            <a:endCxn id="5" idx="0"/>
          </p:cNvCxnSpPr>
          <p:nvPr/>
        </p:nvCxnSpPr>
        <p:spPr>
          <a:xfrm flipH="1">
            <a:off x="3243429" y="3119716"/>
            <a:ext cx="1" cy="527126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>
            <a:stCxn id="5" idx="1"/>
            <a:endCxn id="6" idx="0"/>
          </p:cNvCxnSpPr>
          <p:nvPr/>
        </p:nvCxnSpPr>
        <p:spPr>
          <a:xfrm flipH="1">
            <a:off x="1436145" y="3985707"/>
            <a:ext cx="1129553" cy="865991"/>
          </a:xfrm>
          <a:prstGeom prst="bentConnector3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339788" y="3804979"/>
            <a:ext cx="451821" cy="1656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i="1"/>
              <a:t>Yox</a:t>
            </a:r>
          </a:p>
        </p:txBody>
      </p:sp>
      <p:cxnSp>
        <p:nvCxnSpPr>
          <p:cNvPr id="15" name="Connector 14"/>
          <p:cNvCxnSpPr>
            <a:stCxn id="6" idx="2"/>
            <a:endCxn id="7" idx="0"/>
          </p:cNvCxnSpPr>
          <p:nvPr/>
        </p:nvCxnSpPr>
        <p:spPr>
          <a:xfrm flipH="1">
            <a:off x="1436145" y="5228215"/>
            <a:ext cx="0" cy="677733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>
            <a:stCxn id="5" idx="3"/>
            <a:endCxn id="8" idx="0"/>
          </p:cNvCxnSpPr>
          <p:nvPr/>
        </p:nvCxnSpPr>
        <p:spPr>
          <a:xfrm>
            <a:off x="3921161" y="3985707"/>
            <a:ext cx="1129554" cy="865991"/>
          </a:xfrm>
          <a:prstGeom prst="bentConnector3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147072" y="3804979"/>
            <a:ext cx="451821" cy="16566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 i="1"/>
              <a:t>Hə</a:t>
            </a:r>
          </a:p>
        </p:txBody>
      </p:sp>
      <p:cxnSp>
        <p:nvCxnSpPr>
          <p:cNvPr id="18" name="Connector 17"/>
          <p:cNvCxnSpPr>
            <a:stCxn id="8" idx="2"/>
            <a:endCxn id="9" idx="0"/>
          </p:cNvCxnSpPr>
          <p:nvPr/>
        </p:nvCxnSpPr>
        <p:spPr>
          <a:xfrm flipH="1">
            <a:off x="5050715" y="5228215"/>
            <a:ext cx="0" cy="677733"/>
          </a:xfrm>
          <a:prstGeom prst="line">
            <a:avLst/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9" idx="3"/>
            <a:endCxn id="5" idx="3"/>
          </p:cNvCxnSpPr>
          <p:nvPr/>
        </p:nvCxnSpPr>
        <p:spPr>
          <a:xfrm flipH="1" flipV="1">
            <a:off x="3921161" y="3985707"/>
            <a:ext cx="1731982" cy="2108499"/>
          </a:xfrm>
          <a:prstGeom prst="bentConnector3">
            <a:avLst>
              <a:gd name="adj1" fmla="val -21739"/>
            </a:avLst>
          </a:prstGeom>
          <a:ln w="190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