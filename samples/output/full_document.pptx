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1-ci qrup	www.dim.gov.az	02.06.2024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77. Axtarış sistemlərində relevantlıq nədir?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İstifadə olunmuş açar sözlər, xülasələr və domenlərin ünvanlarından ibarət verilənlər bazasının avtomatik yaradılması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B) Bir-birinin ardınca gələn sözlərin tapılması üçün frazalardan istifadə edilməsi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6816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C) Axtarış sistemində yazılmış açar sözə uyğun olaraq istifadəçiyə oxşar açar sözlərin təklif edilməsi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2374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D) Açar sözlərə görə axtarış aparılaraq tapılan səhifələrin sistemə verilməsi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E) Tapılan informasiyanın axtarış meyarına uyğunluq dərəcəsi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78. 5 şagird – Lalə, Orxan, Samirə, Gülçin, Elman məktəbdə keçirilən informatika fənni üzrə bilik yarışında I, II, III, IV, V yerləri tutdular. Məlumdur ki: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Orxan proqramlaşdırma üzrə yüksək səviyyədə biliyə sahib olduğu üçün birincilik onda oldu.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793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Gülçin və Elman sonuncu deyil.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90288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Lalə Orxan qədər olmasa da, digər şagirdlərin içərisində ən yaxşı informatika biliyinə sahib olduğunu nümayiş etdirdi.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572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Gülçin nəticəsinə görə Elmanı üstələdi.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811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Elman neçənci yer tutmuşdur?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7900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IV          B) I          C) III          D) II          E) 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79. Verilənlər bazasında (Marka = "Mercedes-Benz" OR Marka = "Toyota") AND (Rəng = "Qara" OR Rəng = "Yaşıl") sorğusuna hansı nömrəli yazılar cavab verəcək?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24128"/>
          <a:ext cx="8229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Marka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İl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Mercedes-Benz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2012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Nissan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Göy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Yaşıl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Hyundai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Gümüşü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2012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Honda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6382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1, 2, 6      B) 1, 2, 5      C) 1, 4      D) 2, 4      E) 1,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80. Alqoritmin blok-sxeminə əsasən n dəyişəninin çapa veriləcək qiymətinin 232 olması üçün, n-in ilkin qiymətini müəyyən edin.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16305" y="634701"/>
            <a:ext cx="1054249" cy="37651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Başlanğıc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2641002" y="1688950"/>
            <a:ext cx="1204856" cy="376517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41002" y="2743199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= 3</a:t>
            </a:r>
          </a:p>
        </p:txBody>
      </p:sp>
      <p:sp>
        <p:nvSpPr>
          <p:cNvPr id="5" name="Diamond 4"/>
          <p:cNvSpPr/>
          <p:nvPr/>
        </p:nvSpPr>
        <p:spPr>
          <a:xfrm>
            <a:off x="2565698" y="3646842"/>
            <a:ext cx="1355463" cy="677731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&lt; 164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833717" y="4851698"/>
            <a:ext cx="1204856" cy="376517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021" y="5905948"/>
            <a:ext cx="1054249" cy="37651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287" y="4851698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 = n - 8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287" y="5905948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= a + 16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3243429" y="1011218"/>
            <a:ext cx="1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243430" y="2065467"/>
            <a:ext cx="0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 flipH="1">
            <a:off x="3243429" y="3119716"/>
            <a:ext cx="1" cy="527126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1"/>
            <a:endCxn id="6" idx="0"/>
          </p:cNvCxnSpPr>
          <p:nvPr/>
        </p:nvCxnSpPr>
        <p:spPr>
          <a:xfrm flipH="1">
            <a:off x="1436145" y="3985707"/>
            <a:ext cx="1129553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39788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Yox</a:t>
            </a:r>
          </a:p>
        </p:txBody>
      </p: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 flipH="1">
            <a:off x="143614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8" idx="0"/>
          </p:cNvCxnSpPr>
          <p:nvPr/>
        </p:nvCxnSpPr>
        <p:spPr>
          <a:xfrm>
            <a:off x="3921161" y="3985707"/>
            <a:ext cx="1129554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47072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Hə</a:t>
            </a:r>
          </a:p>
        </p:txBody>
      </p: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 flipH="1">
            <a:off x="505071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3"/>
            <a:endCxn id="5" idx="3"/>
          </p:cNvCxnSpPr>
          <p:nvPr/>
        </p:nvCxnSpPr>
        <p:spPr>
          <a:xfrm flipH="1" flipV="1">
            <a:off x="3921161" y="3985707"/>
            <a:ext cx="1731982" cy="2108499"/>
          </a:xfrm>
          <a:prstGeom prst="bentConnector3">
            <a:avLst>
              <a:gd name="adj1" fmla="val -21739"/>
            </a:avLst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320        B) 147        C) 328        D) 312        E)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1-ci qrup	www.dim.gov.az	02.06.2024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81. </a:t>
            </a:r>
            <a:r>
              <a:rPr sz="1200"/>
              <a:t>41</a:t>
            </a:r>
            <a:r>
              <a:rPr sz="1200" baseline="-25000"/>
              <a:t>x</a:t>
            </a:r>
            <a:r>
              <a:rPr sz="1200"/>
              <a:t> + 36</a:t>
            </a:r>
            <a:r>
              <a:rPr sz="1200" baseline="-25000"/>
              <a:t>x</a:t>
            </a:r>
            <a:r>
              <a:rPr sz="1200"/>
              <a:t> = 77</a:t>
            </a:r>
            <a:r>
              <a:rPr sz="1200" baseline="-25000"/>
              <a:t>x</a:t>
            </a:r>
            <a:r>
              <a:rPr sz="1200"/>
              <a:t> ifadəsinin doğru olduğu ən kiçik əsaslı say sistemini müəyyən edərək, bu say sistemindəki ən böyük ikirəqəmli ədədi 2-lik say sistemində təsvir edin.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110110            B) 1110001            C) 111011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6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D) 111111            E) 1001101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6771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82. Python dilində yazılmış proqramın icrası zamanı klaviaturadan n dəyişəni üçün 13 ədədi daxil edilərsə, nəticəni müəyyən edin.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 = int(input())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455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 = [1, 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5643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 =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 = f[i] + f[i+1]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7822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while k &lt;= 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f.append(k)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000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 = i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1091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 = f[i] + f[i + 1]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21807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print(sum(f))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327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20        B) 13        C) 33        D) 35        E) 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5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83. Python dilində yazılmış proqramın nəticəsini müəyyən edin.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a=34576721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b=str(a)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if len(b)%2==0: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c=b[len(b)//2-1]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0078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else: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c=b[len(b)//2]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2257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k=int(c)*2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334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print(k)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4436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84. ASCII kod cədvəlindən bir hissə verilmişdir: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55263"/>
          <a:ext cx="8229600" cy="585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Simvol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Onluq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931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“1” simvolunun onaltılıq kodunu müəyyən edin.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42816"/>
            <a:ext cx="822960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85. İnformatika üzrə olimpiadanın məktəb turundan yekun balı ən az 10 olan və ya 6 yaxud 7-ci tapşırıqdan maksimum bal yığan şagirdlər növbəti tura keçmiş sayılır. 1, 2, 3, 4-cü tapşırıqlar üçün maksimum bal 2-dir. 5 və 6-cı tapşırıqlar üçün maksimum bal 3-dür. 7-ci tapşırıq üçün isə maksimum bal 4-dür. Verilənlər bazası cədvəlinin fraqmentinə əsasən növbəti tura keçən oğlanların ballarının cəmini tapın.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45720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Cinsi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3-cü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4-cü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6-cı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7-ci tapşırıq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Aydın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Samirə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Ömər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Elnarə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Sevil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Mehin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Yusif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Kamran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Fateh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86. Alqoritmin blok-sxeminə əsasən a dəyişəninin çapa veriləcək qiymətinin 32 olması üçün n dəyişəninin daxil edilə biləcək ən kiçik natural qiymətinin rəqəmləri cəmini tapın.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57200"/>
            <a:ext cx="404134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Qeyd: bu sualın blok-sxemi orijinal PDF-də növbəti səhifənin (səh. 42) əvvəlində yerləşir.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